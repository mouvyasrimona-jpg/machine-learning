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2" name=""/>
          <p:cNvSpPr/>
          <p:nvPr/>
        </p:nvSpPr>
        <p:spPr>
          <a:xfrm flipH="1" flipV="1">
            <a:off x="0" y="4500000"/>
            <a:ext cx="10080000" cy="11700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fillRef idx="0"/>
          <a:effectRef idx="0"/>
          <a:fontRef idx="minor"/>
        </p:style>
        <p:txBody>
          <a:bodyPr wrap="none" lIns="90000" tIns="45000" rIns="90000" bIns="45000" anchor="ctr">
            <a:noAutofit/>
          </a:bodyPr>
          <a:p>
            <a:endParaRPr lang="en-GB" sz="1800" b="0" u="none" strike="noStrike">
              <a:solidFill>
                <a:srgbClr val="000000"/>
              </a:solidFill>
              <a:effectLst/>
              <a:uFillTx/>
              <a:latin typeface="Arial"/>
            </a:endParaRPr>
          </a:p>
        </p:txBody>
      </p:sp>
      <p:sp>
        <p:nvSpPr>
          <p:cNvPr id="3" name="PlaceHolder 1"/>
          <p:cNvSpPr>
            <a:spLocks noGrp="1"/>
          </p:cNvSpPr>
          <p:nvPr>
            <p:ph type="title"/>
          </p:nvPr>
        </p:nvSpPr>
        <p:spPr>
          <a:xfrm>
            <a:off x="0" y="1620000"/>
            <a:ext cx="9000000" cy="1080000"/>
          </a:xfrm>
          <a:prstGeom prst="rect">
            <a:avLst/>
          </a:prstGeom>
          <a:noFill/>
          <a:ln w="0">
            <a:noFill/>
          </a:ln>
        </p:spPr>
        <p:txBody>
          <a:bodyPr lIns="0" tIns="0" rIns="0" bIns="0" anchor="ctr">
            <a:noAutofit/>
          </a:bodyPr>
          <a:lstStyle>
            <a:lvl1pPr indent="0" algn="ctr">
              <a:buNone/>
              <a:defRPr lang="en-GB" sz="3300" b="0" u="none" strike="noStrike">
                <a:solidFill>
                  <a:srgbClr val="DD4100"/>
                </a:solidFill>
                <a:effectLst/>
                <a:uFillTx/>
                <a:latin typeface="Arial"/>
              </a:defRPr>
            </a:lvl1pPr>
          </a:lstStyle>
          <a:p>
            <a:pPr indent="0" algn="ctr">
              <a:buNone/>
            </a:pPr>
            <a:r>
              <a:rPr lang="en-GB" sz="3300" b="0" u="none" strike="noStrike">
                <a:solidFill>
                  <a:srgbClr val="DD4100"/>
                </a:solidFill>
                <a:effectLst/>
                <a:uFillTx/>
                <a:latin typeface="Arial"/>
              </a:rPr>
              <a:t>Click to edit the title text format</a:t>
            </a:r>
            <a:endParaRPr lang="en-GB" sz="3300" b="0" u="none" strike="noStrike">
              <a:solidFill>
                <a:srgbClr val="DD4100"/>
              </a:solidFill>
              <a:effectLst/>
              <a:uFillTx/>
              <a:latin typeface="Arial"/>
            </a:endParaRPr>
          </a:p>
        </p:txBody>
      </p:sp>
      <p:sp>
        <p:nvSpPr>
          <p:cNvPr id="4" name="PlaceHolder 2"/>
          <p:cNvSpPr>
            <a:spLocks noGrp="1"/>
          </p:cNvSpPr>
          <p:nvPr>
            <p:ph type="body"/>
          </p:nvPr>
        </p:nvSpPr>
        <p:spPr>
          <a:xfrm>
            <a:off x="360000" y="2880000"/>
            <a:ext cx="9360000" cy="1620000"/>
          </a:xfrm>
          <a:prstGeom prst="rect">
            <a:avLst/>
          </a:prstGeom>
          <a:noFill/>
          <a:ln w="0">
            <a:noFill/>
          </a:ln>
        </p:spPr>
        <p:txBody>
          <a:bodyPr lIns="0" tIns="0" rIns="0" bIns="0" anchor="t">
            <a:normAutofit fontScale="85000" lnSpcReduction="19999"/>
          </a:bodyPr>
          <a:lstStyle>
            <a:lvl1pPr algn="l">
              <a:spcBef>
                <a:spcPts val="1060"/>
              </a:spcBef>
              <a:buClr>
                <a:srgbClr val="77CAEE"/>
              </a:buClr>
              <a:buSzPct val="45000"/>
              <a:buFont typeface="Wingdings" charset="2"/>
              <a:buChar char=""/>
              <a:defRPr lang="en-GB" sz="2400" b="0" u="none" strike="noStrike">
                <a:solidFill>
                  <a:srgbClr val="009BDD"/>
                </a:solidFill>
                <a:effectLst/>
                <a:uFillTx/>
                <a:latin typeface="Arial"/>
              </a:defRPr>
            </a:lvl1pPr>
            <a:lvl2pPr lvl="1" algn="l">
              <a:spcBef>
                <a:spcPts val="850"/>
              </a:spcBef>
              <a:buClr>
                <a:srgbClr val="77CAEE"/>
              </a:buClr>
              <a:buSzPct val="45000"/>
              <a:buFont typeface="Wingdings" charset="2"/>
              <a:buChar char=""/>
              <a:defRPr lang="en-GB" sz="2100" b="0" u="none" strike="noStrike">
                <a:solidFill>
                  <a:srgbClr val="009BDD"/>
                </a:solidFill>
                <a:effectLst/>
                <a:uFillTx/>
                <a:latin typeface="Arial"/>
              </a:defRPr>
            </a:lvl2pPr>
            <a:lvl3pPr lvl="2" algn="l">
              <a:spcBef>
                <a:spcPts val="635"/>
              </a:spcBef>
              <a:buClr>
                <a:srgbClr val="77CAEE"/>
              </a:buClr>
              <a:buSzPct val="45000"/>
              <a:buFont typeface="Wingdings" charset="2"/>
              <a:buChar char=""/>
              <a:defRPr lang="en-GB" sz="1800" b="0" u="none" strike="noStrike">
                <a:solidFill>
                  <a:srgbClr val="009BDD"/>
                </a:solidFill>
                <a:effectLst/>
                <a:uFillTx/>
                <a:latin typeface="Arial"/>
              </a:defRPr>
            </a:lvl3pPr>
            <a:lvl4pPr lvl="3" algn="l">
              <a:spcBef>
                <a:spcPts val="422"/>
              </a:spcBef>
              <a:buClr>
                <a:srgbClr val="77CAEE"/>
              </a:buClr>
              <a:buSzPct val="45000"/>
              <a:buFont typeface="Wingdings" charset="2"/>
              <a:buChar char=""/>
              <a:defRPr lang="en-GB" sz="1500" b="0" u="none" strike="noStrike">
                <a:solidFill>
                  <a:srgbClr val="009BDD"/>
                </a:solidFill>
                <a:effectLst/>
                <a:uFillTx/>
                <a:latin typeface="Arial"/>
              </a:defRPr>
            </a:lvl4pPr>
            <a:lvl5pPr lvl="4" algn="l">
              <a:spcBef>
                <a:spcPts val="210"/>
              </a:spcBef>
              <a:buClr>
                <a:srgbClr val="77CAEE"/>
              </a:buClr>
              <a:buSzPct val="45000"/>
              <a:buFont typeface="Wingdings" charset="2"/>
              <a:buChar char=""/>
              <a:defRPr lang="en-GB" sz="1500" b="0" u="none" strike="noStrike">
                <a:solidFill>
                  <a:srgbClr val="009BDD"/>
                </a:solidFill>
                <a:effectLst/>
                <a:uFillTx/>
                <a:latin typeface="Arial"/>
              </a:defRPr>
            </a:lvl5pPr>
            <a:lvl6pPr lvl="5" algn="l">
              <a:spcBef>
                <a:spcPts val="210"/>
              </a:spcBef>
              <a:buClr>
                <a:srgbClr val="77CAEE"/>
              </a:buClr>
              <a:buSzPct val="45000"/>
              <a:buFont typeface="Wingdings" charset="2"/>
              <a:buChar char=""/>
              <a:defRPr lang="en-GB" sz="1500" b="0" u="none" strike="noStrike">
                <a:solidFill>
                  <a:srgbClr val="009BDD"/>
                </a:solidFill>
                <a:effectLst/>
                <a:uFillTx/>
                <a:latin typeface="Arial"/>
              </a:defRPr>
            </a:lvl6pPr>
            <a:lvl7pPr lvl="6" algn="l">
              <a:spcBef>
                <a:spcPts val="210"/>
              </a:spcBef>
              <a:buClr>
                <a:srgbClr val="77CAEE"/>
              </a:buClr>
              <a:buSzPct val="45000"/>
              <a:buFont typeface="Wingdings" charset="2"/>
              <a:buChar char=""/>
              <a:defRPr lang="en-GB" sz="1500" b="0" u="none" strike="noStrike">
                <a:solidFill>
                  <a:srgbClr val="009BDD"/>
                </a:solidFill>
                <a:effectLst/>
                <a:uFillTx/>
                <a:latin typeface="Arial"/>
              </a:defRPr>
            </a:lvl7pPr>
          </a:lstStyle>
          <a:p>
            <a:pPr marL="432000" indent="-324000" algn="l">
              <a:spcBef>
                <a:spcPts val="1060"/>
              </a:spcBef>
              <a:buClr>
                <a:srgbClr val="77CAEE"/>
              </a:buClr>
              <a:buSzPct val="45000"/>
              <a:buFont typeface="Wingdings" charset="2"/>
              <a:buChar char=""/>
            </a:pPr>
            <a:r>
              <a:rPr lang="en-GB" sz="2400" b="0" u="none" strike="noStrike">
                <a:solidFill>
                  <a:srgbClr val="009BDD"/>
                </a:solidFill>
                <a:effectLst/>
                <a:uFillTx/>
                <a:latin typeface="Arial"/>
              </a:rPr>
              <a:t>Click to edit the outline text format</a:t>
            </a:r>
            <a:endParaRPr lang="en-GB" sz="2400" b="0" u="none" strike="noStrike">
              <a:solidFill>
                <a:srgbClr val="009BDD"/>
              </a:solidFill>
              <a:effectLst/>
              <a:uFillTx/>
              <a:latin typeface="Arial"/>
            </a:endParaRPr>
          </a:p>
          <a:p>
            <a:pPr marL="864000" lvl="1" indent="-324000" algn="l">
              <a:spcBef>
                <a:spcPts val="850"/>
              </a:spcBef>
              <a:buClr>
                <a:srgbClr val="77CAEE"/>
              </a:buClr>
              <a:buSzPct val="45000"/>
              <a:buFont typeface="Wingdings" charset="2"/>
              <a:buChar char=""/>
            </a:pPr>
            <a:r>
              <a:rPr lang="en-GB" sz="2100" b="0" u="none" strike="noStrike">
                <a:solidFill>
                  <a:srgbClr val="009BDD"/>
                </a:solidFill>
                <a:effectLst/>
                <a:uFillTx/>
                <a:latin typeface="Arial"/>
              </a:rPr>
              <a:t>Second Outline Level</a:t>
            </a:r>
            <a:endParaRPr lang="en-GB" sz="2100" b="0" u="none" strike="noStrike">
              <a:solidFill>
                <a:srgbClr val="009BDD"/>
              </a:solidFill>
              <a:effectLst/>
              <a:uFillTx/>
              <a:latin typeface="Arial"/>
            </a:endParaRPr>
          </a:p>
          <a:p>
            <a:pPr marL="1296000" lvl="2" indent="-288000" algn="l">
              <a:spcBef>
                <a:spcPts val="635"/>
              </a:spcBef>
              <a:buClr>
                <a:srgbClr val="77CAEE"/>
              </a:buClr>
              <a:buSzPct val="45000"/>
              <a:buFont typeface="Wingdings" charset="2"/>
              <a:buChar char=""/>
            </a:pPr>
            <a:r>
              <a:rPr lang="en-GB" sz="1800" b="0" u="none" strike="noStrike">
                <a:solidFill>
                  <a:srgbClr val="009BDD"/>
                </a:solidFill>
                <a:effectLst/>
                <a:uFillTx/>
                <a:latin typeface="Arial"/>
              </a:rPr>
              <a:t>Third Outline Level</a:t>
            </a:r>
            <a:endParaRPr lang="en-GB" sz="1800" b="0" u="none" strike="noStrike">
              <a:solidFill>
                <a:srgbClr val="009BDD"/>
              </a:solidFill>
              <a:effectLst/>
              <a:uFillTx/>
              <a:latin typeface="Arial"/>
            </a:endParaRPr>
          </a:p>
          <a:p>
            <a:pPr marL="1728000" lvl="3" indent="-216000" algn="l">
              <a:spcBef>
                <a:spcPts val="422"/>
              </a:spcBef>
              <a:buClr>
                <a:srgbClr val="77CAEE"/>
              </a:buClr>
              <a:buSzPct val="45000"/>
              <a:buFont typeface="Wingdings" charset="2"/>
              <a:buChar char=""/>
            </a:pPr>
            <a:r>
              <a:rPr lang="en-GB" sz="1500" b="0" u="none" strike="noStrike">
                <a:solidFill>
                  <a:srgbClr val="009BDD"/>
                </a:solidFill>
                <a:effectLst/>
                <a:uFillTx/>
                <a:latin typeface="Arial"/>
              </a:rPr>
              <a:t>Fourth Outline Level</a:t>
            </a:r>
            <a:endParaRPr lang="en-GB" sz="1500" b="0" u="none" strike="noStrike">
              <a:solidFill>
                <a:srgbClr val="009BDD"/>
              </a:solidFill>
              <a:effectLst/>
              <a:uFillTx/>
              <a:latin typeface="Arial"/>
            </a:endParaRPr>
          </a:p>
          <a:p>
            <a:pPr marL="2160000" lvl="4"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Fifth Outline Level</a:t>
            </a:r>
            <a:endParaRPr lang="en-GB" sz="1500" b="0" u="none" strike="noStrike">
              <a:solidFill>
                <a:srgbClr val="009BDD"/>
              </a:solidFill>
              <a:effectLst/>
              <a:uFillTx/>
              <a:latin typeface="Arial"/>
            </a:endParaRPr>
          </a:p>
          <a:p>
            <a:pPr marL="2592000" lvl="5"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Sixth Outline Level</a:t>
            </a:r>
            <a:endParaRPr lang="en-GB" sz="1500" b="0" u="none" strike="noStrike">
              <a:solidFill>
                <a:srgbClr val="009BDD"/>
              </a:solidFill>
              <a:effectLst/>
              <a:uFillTx/>
              <a:latin typeface="Arial"/>
            </a:endParaRPr>
          </a:p>
          <a:p>
            <a:pPr marL="3024000" lvl="6"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Seventh Outline Level</a:t>
            </a:r>
            <a:endParaRPr lang="en-GB" sz="1500" b="0" u="none" strike="noStrike">
              <a:solidFill>
                <a:srgbClr val="009BDD"/>
              </a:solidFill>
              <a:effectLst/>
              <a:uFillTx/>
              <a:latin typeface="Arial"/>
            </a:endParaRPr>
          </a:p>
        </p:txBody>
      </p:sp>
      <p:sp>
        <p:nvSpPr>
          <p:cNvPr id="5" name="PlaceHolder 3"/>
          <p:cNvSpPr>
            <a:spLocks noGrp="1"/>
          </p:cNvSpPr>
          <p:nvPr>
            <p:ph type="dt" idx="1"/>
          </p:nvPr>
        </p:nvSpPr>
        <p:spPr>
          <a:xfrm>
            <a:off x="360000" y="5220000"/>
            <a:ext cx="2340000" cy="360000"/>
          </a:xfrm>
          <a:prstGeom prst="rect">
            <a:avLst/>
          </a:prstGeom>
          <a:noFill/>
          <a:ln w="0">
            <a:noFill/>
          </a:ln>
        </p:spPr>
        <p:txBody>
          <a:bodyPr lIns="0" tIns="0" rIns="0" bIns="0" anchor="t">
            <a:noAutofit/>
          </a:bodyPr>
          <a:lstStyle>
            <a:lvl1pPr indent="0" algn="l">
              <a:buNone/>
              <a:defRPr lang="en-GB" sz="1400" b="0" u="none" strike="noStrike">
                <a:solidFill>
                  <a:srgbClr val="FFFFFF"/>
                </a:solidFill>
                <a:effectLst/>
                <a:uFillTx/>
                <a:latin typeface="Arial"/>
              </a:defRPr>
            </a:lvl1pPr>
          </a:lstStyle>
          <a:p>
            <a:pPr indent="0" algn="l">
              <a:buNone/>
            </a:pPr>
            <a:r>
              <a:rPr lang="en-GB" sz="1400" b="0" u="none" strike="noStrike">
                <a:solidFill>
                  <a:srgbClr val="FFFFFF"/>
                </a:solidFill>
                <a:effectLst/>
                <a:uFillTx/>
                <a:latin typeface="Arial"/>
              </a:rPr>
              <a:t>&lt;date/time&gt;</a:t>
            </a:r>
            <a:endParaRPr lang="en-GB" sz="1400" b="0" u="none" strike="noStrike">
              <a:solidFill>
                <a:srgbClr val="FFFFFF"/>
              </a:solidFill>
              <a:effectLst/>
              <a:uFillTx/>
              <a:latin typeface="Arial"/>
            </a:endParaRPr>
          </a:p>
        </p:txBody>
      </p:sp>
      <p:sp>
        <p:nvSpPr>
          <p:cNvPr id="6" name="PlaceHolder 4"/>
          <p:cNvSpPr>
            <a:spLocks noGrp="1"/>
          </p:cNvSpPr>
          <p:nvPr>
            <p:ph type="ftr" idx="2"/>
          </p:nvPr>
        </p:nvSpPr>
        <p:spPr>
          <a:xfrm>
            <a:off x="3420000" y="5220000"/>
            <a:ext cx="3240000" cy="360000"/>
          </a:xfrm>
          <a:prstGeom prst="rect">
            <a:avLst/>
          </a:prstGeom>
          <a:noFill/>
          <a:ln w="0">
            <a:noFill/>
          </a:ln>
        </p:spPr>
        <p:txBody>
          <a:bodyPr lIns="0" tIns="0" rIns="0" bIns="0" anchor="t">
            <a:noAutofit/>
          </a:bodyPr>
          <a:lstStyle>
            <a:lvl1pPr indent="0" algn="ctr">
              <a:buNone/>
              <a:defRPr lang="en-GB" sz="1400" b="0" u="none" strike="noStrike">
                <a:solidFill>
                  <a:srgbClr val="FFFFFF"/>
                </a:solidFill>
                <a:effectLst/>
                <a:uFillTx/>
                <a:latin typeface="Arial"/>
              </a:defRPr>
            </a:lvl1pPr>
          </a:lstStyle>
          <a:p>
            <a:pPr indent="0" algn="ctr">
              <a:buNone/>
            </a:pPr>
            <a:r>
              <a:rPr lang="en-GB" sz="1400" b="0" u="none" strike="noStrike">
                <a:solidFill>
                  <a:srgbClr val="FFFFFF"/>
                </a:solidFill>
                <a:effectLst/>
                <a:uFillTx/>
                <a:latin typeface="Arial"/>
              </a:rPr>
              <a:t>&lt;footer&gt;</a:t>
            </a:r>
            <a:endParaRPr lang="en-GB" sz="1400" b="0" u="none" strike="noStrike">
              <a:solidFill>
                <a:srgbClr val="FFFFFF"/>
              </a:solidFill>
              <a:effectLst/>
              <a:uFillTx/>
              <a:latin typeface="Arial"/>
            </a:endParaRPr>
          </a:p>
        </p:txBody>
      </p:sp>
      <p:sp>
        <p:nvSpPr>
          <p:cNvPr id="7" name="PlaceHolder 5"/>
          <p:cNvSpPr>
            <a:spLocks noGrp="1"/>
          </p:cNvSpPr>
          <p:nvPr>
            <p:ph type="sldNum" idx="3"/>
          </p:nvPr>
        </p:nvSpPr>
        <p:spPr>
          <a:xfrm>
            <a:off x="7380000" y="5220000"/>
            <a:ext cx="2340000" cy="360000"/>
          </a:xfrm>
          <a:prstGeom prst="rect">
            <a:avLst/>
          </a:prstGeom>
          <a:noFill/>
          <a:ln w="0">
            <a:noFill/>
          </a:ln>
        </p:spPr>
        <p:txBody>
          <a:bodyPr lIns="0" tIns="0" rIns="0" bIns="0" anchor="t">
            <a:noAutofit/>
          </a:bodyPr>
          <a:lstStyle>
            <a:lvl1pPr indent="0" algn="r">
              <a:buNone/>
              <a:defRPr lang="en-GB" sz="1400" b="0" u="none" strike="noStrike">
                <a:solidFill>
                  <a:srgbClr val="FFFFFF"/>
                </a:solidFill>
                <a:effectLst/>
                <a:uFillTx/>
                <a:latin typeface="Arial"/>
              </a:defRPr>
            </a:lvl1pPr>
          </a:lstStyle>
          <a:p>
            <a:pPr indent="0" algn="r">
              <a:buNone/>
            </a:pPr>
            <a:fld id="{0945107D-64C9-4229-B88B-56A2B020400F}" type="slidenum">
              <a:rPr lang="en-GB" sz="1400" b="0" u="none" strike="noStrike">
                <a:solidFill>
                  <a:srgbClr val="FFFFFF"/>
                </a:solidFill>
                <a:effectLst/>
                <a:uFillTx/>
                <a:latin typeface="Arial"/>
              </a:rPr>
              <a:t>&lt;number&gt;</a:t>
            </a:fld>
            <a:endParaRPr lang="en-GB" sz="1400" b="0" u="none" strike="noStrik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
    <p:spTree>
      <p:nvGrpSpPr>
        <p:cNvPr id="1" name=""/>
        <p:cNvGrpSpPr/>
        <p:nvPr/>
      </p:nvGrpSpPr>
      <p:grpSpPr>
        <a:xfrm>
          <a:off x="0" y="0"/>
          <a:ext cx="0" cy="0"/>
          <a:chOff x="0" y="0"/>
          <a:chExt cx="0" cy="0"/>
        </a:xfrm>
      </p:grpSpPr>
      <p:sp>
        <p:nvSpPr>
          <p:cNvPr id="2" name=""/>
          <p:cNvSpPr/>
          <p:nvPr/>
        </p:nvSpPr>
        <p:spPr>
          <a:xfrm flipH="1" flipV="1">
            <a:off x="0" y="4500000"/>
            <a:ext cx="10080000" cy="11700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fillRef idx="0"/>
          <a:effectRef idx="0"/>
          <a:fontRef idx="minor"/>
        </p:style>
        <p:txBody>
          <a:bodyPr wrap="none" lIns="90000" tIns="45000" rIns="90000" bIns="45000" anchor="ctr">
            <a:noAutofit/>
          </a:bodyPr>
          <a:p>
            <a:endParaRPr lang="en-GB" sz="1800" b="0" u="none" strike="noStrike">
              <a:solidFill>
                <a:srgbClr val="000000"/>
              </a:solidFill>
              <a:effectLst/>
              <a:uFillTx/>
              <a:latin typeface="Arial"/>
            </a:endParaRPr>
          </a:p>
        </p:txBody>
      </p:sp>
      <p:sp>
        <p:nvSpPr>
          <p:cNvPr id="8" name="PlaceHolder 1"/>
          <p:cNvSpPr>
            <a:spLocks noGrp="1"/>
          </p:cNvSpPr>
          <p:nvPr>
            <p:ph type="title"/>
          </p:nvPr>
        </p:nvSpPr>
        <p:spPr>
          <a:xfrm>
            <a:off x="0" y="1620000"/>
            <a:ext cx="9000000" cy="1080000"/>
          </a:xfrm>
          <a:prstGeom prst="rect">
            <a:avLst/>
          </a:prstGeom>
          <a:noFill/>
          <a:ln w="0">
            <a:noFill/>
          </a:ln>
        </p:spPr>
        <p:txBody>
          <a:bodyPr lIns="0" tIns="0" rIns="0" bIns="0" anchor="ctr">
            <a:noAutofit/>
          </a:bodyPr>
          <a:lstStyle>
            <a:lvl1pPr indent="0" algn="ctr">
              <a:buNone/>
              <a:defRPr lang="en-GB" sz="3300" b="0" u="none" strike="noStrike">
                <a:solidFill>
                  <a:srgbClr val="DD4100"/>
                </a:solidFill>
                <a:effectLst/>
                <a:uFillTx/>
                <a:latin typeface="Arial"/>
              </a:defRPr>
            </a:lvl1pPr>
          </a:lstStyle>
          <a:p>
            <a:pPr indent="0" algn="ctr">
              <a:buNone/>
            </a:pPr>
            <a:r>
              <a:rPr lang="en-GB" sz="3300" b="0" u="none" strike="noStrike">
                <a:solidFill>
                  <a:srgbClr val="DD4100"/>
                </a:solidFill>
                <a:effectLst/>
                <a:uFillTx/>
                <a:latin typeface="Arial"/>
              </a:rPr>
              <a:t>Click to edit the title text format</a:t>
            </a:r>
            <a:endParaRPr lang="en-GB" sz="3300" b="0" u="none" strike="noStrike">
              <a:solidFill>
                <a:srgbClr val="DD4100"/>
              </a:solidFill>
              <a:effectLst/>
              <a:uFillTx/>
              <a:latin typeface="Arial"/>
            </a:endParaRPr>
          </a:p>
        </p:txBody>
      </p:sp>
      <p:sp>
        <p:nvSpPr>
          <p:cNvPr id="9" name="PlaceHolder 2"/>
          <p:cNvSpPr>
            <a:spLocks noGrp="1"/>
          </p:cNvSpPr>
          <p:nvPr>
            <p:ph type="body"/>
          </p:nvPr>
        </p:nvSpPr>
        <p:spPr>
          <a:xfrm>
            <a:off x="360000" y="2880000"/>
            <a:ext cx="9360000" cy="1620000"/>
          </a:xfrm>
          <a:prstGeom prst="rect">
            <a:avLst/>
          </a:prstGeom>
          <a:noFill/>
          <a:ln w="0">
            <a:noFill/>
          </a:ln>
        </p:spPr>
        <p:txBody>
          <a:bodyPr lIns="0" tIns="0" rIns="0" bIns="0" anchor="t">
            <a:normAutofit fontScale="85000" lnSpcReduction="19999"/>
          </a:bodyPr>
          <a:lstStyle>
            <a:lvl1pPr algn="l">
              <a:spcBef>
                <a:spcPts val="1060"/>
              </a:spcBef>
              <a:buClr>
                <a:srgbClr val="77CAEE"/>
              </a:buClr>
              <a:buSzPct val="45000"/>
              <a:buFont typeface="Wingdings" charset="2"/>
              <a:buChar char=""/>
              <a:defRPr lang="en-GB" sz="2400" b="0" u="none" strike="noStrike">
                <a:solidFill>
                  <a:srgbClr val="009BDD"/>
                </a:solidFill>
                <a:effectLst/>
                <a:uFillTx/>
                <a:latin typeface="Arial"/>
              </a:defRPr>
            </a:lvl1pPr>
            <a:lvl2pPr lvl="1" algn="l">
              <a:spcBef>
                <a:spcPts val="850"/>
              </a:spcBef>
              <a:buClr>
                <a:srgbClr val="77CAEE"/>
              </a:buClr>
              <a:buSzPct val="45000"/>
              <a:buFont typeface="Wingdings" charset="2"/>
              <a:buChar char=""/>
              <a:defRPr lang="en-GB" sz="2100" b="0" u="none" strike="noStrike">
                <a:solidFill>
                  <a:srgbClr val="009BDD"/>
                </a:solidFill>
                <a:effectLst/>
                <a:uFillTx/>
                <a:latin typeface="Arial"/>
              </a:defRPr>
            </a:lvl2pPr>
            <a:lvl3pPr lvl="2" algn="l">
              <a:spcBef>
                <a:spcPts val="635"/>
              </a:spcBef>
              <a:buClr>
                <a:srgbClr val="77CAEE"/>
              </a:buClr>
              <a:buSzPct val="45000"/>
              <a:buFont typeface="Wingdings" charset="2"/>
              <a:buChar char=""/>
              <a:defRPr lang="en-GB" sz="1800" b="0" u="none" strike="noStrike">
                <a:solidFill>
                  <a:srgbClr val="009BDD"/>
                </a:solidFill>
                <a:effectLst/>
                <a:uFillTx/>
                <a:latin typeface="Arial"/>
              </a:defRPr>
            </a:lvl3pPr>
            <a:lvl4pPr lvl="3" algn="l">
              <a:spcBef>
                <a:spcPts val="422"/>
              </a:spcBef>
              <a:buClr>
                <a:srgbClr val="77CAEE"/>
              </a:buClr>
              <a:buSzPct val="45000"/>
              <a:buFont typeface="Wingdings" charset="2"/>
              <a:buChar char=""/>
              <a:defRPr lang="en-GB" sz="1500" b="0" u="none" strike="noStrike">
                <a:solidFill>
                  <a:srgbClr val="009BDD"/>
                </a:solidFill>
                <a:effectLst/>
                <a:uFillTx/>
                <a:latin typeface="Arial"/>
              </a:defRPr>
            </a:lvl4pPr>
            <a:lvl5pPr lvl="4" algn="l">
              <a:spcBef>
                <a:spcPts val="210"/>
              </a:spcBef>
              <a:buClr>
                <a:srgbClr val="77CAEE"/>
              </a:buClr>
              <a:buSzPct val="45000"/>
              <a:buFont typeface="Wingdings" charset="2"/>
              <a:buChar char=""/>
              <a:defRPr lang="en-GB" sz="1500" b="0" u="none" strike="noStrike">
                <a:solidFill>
                  <a:srgbClr val="009BDD"/>
                </a:solidFill>
                <a:effectLst/>
                <a:uFillTx/>
                <a:latin typeface="Arial"/>
              </a:defRPr>
            </a:lvl5pPr>
            <a:lvl6pPr lvl="5" algn="l">
              <a:spcBef>
                <a:spcPts val="210"/>
              </a:spcBef>
              <a:buClr>
                <a:srgbClr val="77CAEE"/>
              </a:buClr>
              <a:buSzPct val="45000"/>
              <a:buFont typeface="Wingdings" charset="2"/>
              <a:buChar char=""/>
              <a:defRPr lang="en-GB" sz="1500" b="0" u="none" strike="noStrike">
                <a:solidFill>
                  <a:srgbClr val="009BDD"/>
                </a:solidFill>
                <a:effectLst/>
                <a:uFillTx/>
                <a:latin typeface="Arial"/>
              </a:defRPr>
            </a:lvl6pPr>
            <a:lvl7pPr lvl="6" algn="l">
              <a:spcBef>
                <a:spcPts val="210"/>
              </a:spcBef>
              <a:buClr>
                <a:srgbClr val="77CAEE"/>
              </a:buClr>
              <a:buSzPct val="45000"/>
              <a:buFont typeface="Wingdings" charset="2"/>
              <a:buChar char=""/>
              <a:defRPr lang="en-GB" sz="1500" b="0" u="none" strike="noStrike">
                <a:solidFill>
                  <a:srgbClr val="009BDD"/>
                </a:solidFill>
                <a:effectLst/>
                <a:uFillTx/>
                <a:latin typeface="Arial"/>
              </a:defRPr>
            </a:lvl7pPr>
          </a:lstStyle>
          <a:p>
            <a:pPr marL="432000" indent="-324000" algn="l">
              <a:spcBef>
                <a:spcPts val="1060"/>
              </a:spcBef>
              <a:buClr>
                <a:srgbClr val="77CAEE"/>
              </a:buClr>
              <a:buSzPct val="45000"/>
              <a:buFont typeface="Wingdings" charset="2"/>
              <a:buChar char=""/>
            </a:pPr>
            <a:r>
              <a:rPr lang="en-GB" sz="2400" b="0" u="none" strike="noStrike">
                <a:solidFill>
                  <a:srgbClr val="009BDD"/>
                </a:solidFill>
                <a:effectLst/>
                <a:uFillTx/>
                <a:latin typeface="Arial"/>
              </a:rPr>
              <a:t>Click to edit the outline text format</a:t>
            </a:r>
            <a:endParaRPr lang="en-GB" sz="2400" b="0" u="none" strike="noStrike">
              <a:solidFill>
                <a:srgbClr val="009BDD"/>
              </a:solidFill>
              <a:effectLst/>
              <a:uFillTx/>
              <a:latin typeface="Arial"/>
            </a:endParaRPr>
          </a:p>
          <a:p>
            <a:pPr marL="864000" lvl="1" indent="-324000" algn="l">
              <a:spcBef>
                <a:spcPts val="850"/>
              </a:spcBef>
              <a:buClr>
                <a:srgbClr val="77CAEE"/>
              </a:buClr>
              <a:buSzPct val="45000"/>
              <a:buFont typeface="Wingdings" charset="2"/>
              <a:buChar char=""/>
            </a:pPr>
            <a:r>
              <a:rPr lang="en-GB" sz="2100" b="0" u="none" strike="noStrike">
                <a:solidFill>
                  <a:srgbClr val="009BDD"/>
                </a:solidFill>
                <a:effectLst/>
                <a:uFillTx/>
                <a:latin typeface="Arial"/>
              </a:rPr>
              <a:t>Second Outline Level</a:t>
            </a:r>
            <a:endParaRPr lang="en-GB" sz="2100" b="0" u="none" strike="noStrike">
              <a:solidFill>
                <a:srgbClr val="009BDD"/>
              </a:solidFill>
              <a:effectLst/>
              <a:uFillTx/>
              <a:latin typeface="Arial"/>
            </a:endParaRPr>
          </a:p>
          <a:p>
            <a:pPr marL="1296000" lvl="2" indent="-288000" algn="l">
              <a:spcBef>
                <a:spcPts val="635"/>
              </a:spcBef>
              <a:buClr>
                <a:srgbClr val="77CAEE"/>
              </a:buClr>
              <a:buSzPct val="45000"/>
              <a:buFont typeface="Wingdings" charset="2"/>
              <a:buChar char=""/>
            </a:pPr>
            <a:r>
              <a:rPr lang="en-GB" sz="1800" b="0" u="none" strike="noStrike">
                <a:solidFill>
                  <a:srgbClr val="009BDD"/>
                </a:solidFill>
                <a:effectLst/>
                <a:uFillTx/>
                <a:latin typeface="Arial"/>
              </a:rPr>
              <a:t>Third Outline Level</a:t>
            </a:r>
            <a:endParaRPr lang="en-GB" sz="1800" b="0" u="none" strike="noStrike">
              <a:solidFill>
                <a:srgbClr val="009BDD"/>
              </a:solidFill>
              <a:effectLst/>
              <a:uFillTx/>
              <a:latin typeface="Arial"/>
            </a:endParaRPr>
          </a:p>
          <a:p>
            <a:pPr marL="1728000" lvl="3" indent="-216000" algn="l">
              <a:spcBef>
                <a:spcPts val="422"/>
              </a:spcBef>
              <a:buClr>
                <a:srgbClr val="77CAEE"/>
              </a:buClr>
              <a:buSzPct val="45000"/>
              <a:buFont typeface="Wingdings" charset="2"/>
              <a:buChar char=""/>
            </a:pPr>
            <a:r>
              <a:rPr lang="en-GB" sz="1500" b="0" u="none" strike="noStrike">
                <a:solidFill>
                  <a:srgbClr val="009BDD"/>
                </a:solidFill>
                <a:effectLst/>
                <a:uFillTx/>
                <a:latin typeface="Arial"/>
              </a:rPr>
              <a:t>Fourth Outline Level</a:t>
            </a:r>
            <a:endParaRPr lang="en-GB" sz="1500" b="0" u="none" strike="noStrike">
              <a:solidFill>
                <a:srgbClr val="009BDD"/>
              </a:solidFill>
              <a:effectLst/>
              <a:uFillTx/>
              <a:latin typeface="Arial"/>
            </a:endParaRPr>
          </a:p>
          <a:p>
            <a:pPr marL="2160000" lvl="4"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Fifth Outline Level</a:t>
            </a:r>
            <a:endParaRPr lang="en-GB" sz="1500" b="0" u="none" strike="noStrike">
              <a:solidFill>
                <a:srgbClr val="009BDD"/>
              </a:solidFill>
              <a:effectLst/>
              <a:uFillTx/>
              <a:latin typeface="Arial"/>
            </a:endParaRPr>
          </a:p>
          <a:p>
            <a:pPr marL="2592000" lvl="5"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Sixth Outline Level</a:t>
            </a:r>
            <a:endParaRPr lang="en-GB" sz="1500" b="0" u="none" strike="noStrike">
              <a:solidFill>
                <a:srgbClr val="009BDD"/>
              </a:solidFill>
              <a:effectLst/>
              <a:uFillTx/>
              <a:latin typeface="Arial"/>
            </a:endParaRPr>
          </a:p>
          <a:p>
            <a:pPr marL="3024000" lvl="6"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Seventh Outline Level</a:t>
            </a:r>
            <a:endParaRPr lang="en-GB" sz="1500" b="0" u="none" strike="noStrike">
              <a:solidFill>
                <a:srgbClr val="009BDD"/>
              </a:solidFill>
              <a:effectLst/>
              <a:uFillTx/>
              <a:latin typeface="Arial"/>
            </a:endParaRPr>
          </a:p>
        </p:txBody>
      </p:sp>
      <p:sp>
        <p:nvSpPr>
          <p:cNvPr id="10" name="PlaceHolder 3"/>
          <p:cNvSpPr>
            <a:spLocks noGrp="1"/>
          </p:cNvSpPr>
          <p:nvPr>
            <p:ph type="dt" idx="4"/>
          </p:nvPr>
        </p:nvSpPr>
        <p:spPr>
          <a:xfrm>
            <a:off x="360000" y="5220000"/>
            <a:ext cx="2340000" cy="360000"/>
          </a:xfrm>
          <a:prstGeom prst="rect">
            <a:avLst/>
          </a:prstGeom>
          <a:noFill/>
          <a:ln w="0">
            <a:noFill/>
          </a:ln>
        </p:spPr>
        <p:txBody>
          <a:bodyPr lIns="0" tIns="0" rIns="0" bIns="0" anchor="t">
            <a:noAutofit/>
          </a:bodyPr>
          <a:lstStyle>
            <a:lvl1pPr indent="0" algn="l">
              <a:buNone/>
              <a:defRPr lang="en-GB" sz="1400" b="0" u="none" strike="noStrike">
                <a:solidFill>
                  <a:srgbClr val="FFFFFF"/>
                </a:solidFill>
                <a:effectLst/>
                <a:uFillTx/>
                <a:latin typeface="Arial"/>
              </a:defRPr>
            </a:lvl1pPr>
          </a:lstStyle>
          <a:p>
            <a:pPr indent="0" algn="l">
              <a:buNone/>
            </a:pPr>
            <a:r>
              <a:rPr lang="en-GB" sz="1400" b="0" u="none" strike="noStrike">
                <a:solidFill>
                  <a:srgbClr val="FFFFFF"/>
                </a:solidFill>
                <a:effectLst/>
                <a:uFillTx/>
                <a:latin typeface="Arial"/>
              </a:rPr>
              <a:t>&lt;date/time&gt;</a:t>
            </a:r>
            <a:endParaRPr lang="en-GB" sz="1400" b="0" u="none" strike="noStrike">
              <a:solidFill>
                <a:srgbClr val="FFFFFF"/>
              </a:solidFill>
              <a:effectLst/>
              <a:uFillTx/>
              <a:latin typeface="Arial"/>
            </a:endParaRPr>
          </a:p>
        </p:txBody>
      </p:sp>
      <p:sp>
        <p:nvSpPr>
          <p:cNvPr id="11" name="PlaceHolder 4"/>
          <p:cNvSpPr>
            <a:spLocks noGrp="1"/>
          </p:cNvSpPr>
          <p:nvPr>
            <p:ph type="ftr" idx="5"/>
          </p:nvPr>
        </p:nvSpPr>
        <p:spPr>
          <a:xfrm>
            <a:off x="3420000" y="5220000"/>
            <a:ext cx="3240000" cy="360000"/>
          </a:xfrm>
          <a:prstGeom prst="rect">
            <a:avLst/>
          </a:prstGeom>
          <a:noFill/>
          <a:ln w="0">
            <a:noFill/>
          </a:ln>
        </p:spPr>
        <p:txBody>
          <a:bodyPr lIns="0" tIns="0" rIns="0" bIns="0" anchor="t">
            <a:noAutofit/>
          </a:bodyPr>
          <a:lstStyle>
            <a:lvl1pPr indent="0" algn="ctr">
              <a:buNone/>
              <a:defRPr lang="en-GB" sz="1400" b="0" u="none" strike="noStrike">
                <a:solidFill>
                  <a:srgbClr val="FFFFFF"/>
                </a:solidFill>
                <a:effectLst/>
                <a:uFillTx/>
                <a:latin typeface="Arial"/>
              </a:defRPr>
            </a:lvl1pPr>
          </a:lstStyle>
          <a:p>
            <a:pPr indent="0" algn="ctr">
              <a:buNone/>
            </a:pPr>
            <a:r>
              <a:rPr lang="en-GB" sz="1400" b="0" u="none" strike="noStrike">
                <a:solidFill>
                  <a:srgbClr val="FFFFFF"/>
                </a:solidFill>
                <a:effectLst/>
                <a:uFillTx/>
                <a:latin typeface="Arial"/>
              </a:rPr>
              <a:t>&lt;footer&gt;</a:t>
            </a:r>
            <a:endParaRPr lang="en-GB" sz="1400" b="0" u="none" strike="noStrike">
              <a:solidFill>
                <a:srgbClr val="FFFFFF"/>
              </a:solidFill>
              <a:effectLst/>
              <a:uFillTx/>
              <a:latin typeface="Arial"/>
            </a:endParaRPr>
          </a:p>
        </p:txBody>
      </p:sp>
      <p:sp>
        <p:nvSpPr>
          <p:cNvPr id="12" name="PlaceHolder 5"/>
          <p:cNvSpPr>
            <a:spLocks noGrp="1"/>
          </p:cNvSpPr>
          <p:nvPr>
            <p:ph type="sldNum" idx="6"/>
          </p:nvPr>
        </p:nvSpPr>
        <p:spPr>
          <a:xfrm>
            <a:off x="7380000" y="5220000"/>
            <a:ext cx="2340000" cy="360000"/>
          </a:xfrm>
          <a:prstGeom prst="rect">
            <a:avLst/>
          </a:prstGeom>
          <a:noFill/>
          <a:ln w="0">
            <a:noFill/>
          </a:ln>
        </p:spPr>
        <p:txBody>
          <a:bodyPr lIns="0" tIns="0" rIns="0" bIns="0" anchor="t">
            <a:noAutofit/>
          </a:bodyPr>
          <a:lstStyle>
            <a:lvl1pPr indent="0" algn="r">
              <a:buNone/>
              <a:defRPr lang="en-GB" sz="1400" b="0" u="none" strike="noStrike">
                <a:solidFill>
                  <a:srgbClr val="FFFFFF"/>
                </a:solidFill>
                <a:effectLst/>
                <a:uFillTx/>
                <a:latin typeface="Arial"/>
              </a:defRPr>
            </a:lvl1pPr>
          </a:lstStyle>
          <a:p>
            <a:pPr indent="0" algn="r">
              <a:buNone/>
            </a:pPr>
            <a:fld id="{4CD50DB7-E563-4390-B56F-06298FE19F0C}" type="slidenum">
              <a:rPr lang="en-GB" sz="1400" b="0" u="none" strike="noStrike">
                <a:solidFill>
                  <a:srgbClr val="FFFFFF"/>
                </a:solidFill>
                <a:effectLst/>
                <a:uFillTx/>
                <a:latin typeface="Arial"/>
              </a:rPr>
              <a:t>&lt;number&gt;</a:t>
            </a:fld>
            <a:endParaRPr lang="en-GB" sz="1400" b="0" u="none" strike="noStrik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1">
    <p:spTree>
      <p:nvGrpSpPr>
        <p:cNvPr id="1" name=""/>
        <p:cNvGrpSpPr/>
        <p:nvPr/>
      </p:nvGrpSpPr>
      <p:grpSpPr>
        <a:xfrm>
          <a:off x="0" y="0"/>
          <a:ext cx="0" cy="0"/>
          <a:chOff x="0" y="0"/>
          <a:chExt cx="0" cy="0"/>
        </a:xfrm>
      </p:grpSpPr>
      <p:sp>
        <p:nvSpPr>
          <p:cNvPr id="13" name=""/>
          <p:cNvSpPr/>
          <p:nvPr/>
        </p:nvSpPr>
        <p:spPr>
          <a:xfrm>
            <a:off x="0" y="0"/>
            <a:ext cx="10076760" cy="7200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fillRef idx="0"/>
          <a:effectRef idx="0"/>
          <a:fontRef idx="minor"/>
        </p:style>
        <p:txBody>
          <a:bodyPr wrap="none" lIns="90000" tIns="45000" rIns="90000" bIns="45000" anchor="ctr">
            <a:noAutofit/>
          </a:bodyPr>
          <a:p>
            <a:endParaRPr lang="en-GB" sz="1800" b="0" u="none" strike="noStrike">
              <a:solidFill>
                <a:srgbClr val="000000"/>
              </a:solidFill>
              <a:effectLst/>
              <a:uFillTx/>
              <a:latin typeface="Arial"/>
            </a:endParaRPr>
          </a:p>
        </p:txBody>
      </p:sp>
      <p:sp>
        <p:nvSpPr>
          <p:cNvPr id="14" name=""/>
          <p:cNvSpPr/>
          <p:nvPr/>
        </p:nvSpPr>
        <p:spPr>
          <a:xfrm>
            <a:off x="3240" y="5040000"/>
            <a:ext cx="10076760" cy="6314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rotWithShape="0">
              <a:srgbClr val="009BDD"/>
            </a:outerShdw>
          </a:effectLst>
        </p:spPr>
        <p:style>
          <a:lnRef idx="0"/>
          <a:fillRef idx="0"/>
          <a:effectRef idx="0"/>
          <a:fontRef idx="minor"/>
        </p:style>
        <p:txBody>
          <a:bodyPr wrap="none" lIns="90000" tIns="45000" rIns="90000" bIns="45000" anchor="ctr">
            <a:noAutofit/>
          </a:bodyPr>
          <a:p>
            <a:endParaRPr lang="en-GB" sz="1800" b="0" u="none" strike="noStrike">
              <a:solidFill>
                <a:srgbClr val="000000"/>
              </a:solidFill>
              <a:effectLst/>
              <a:uFillTx/>
              <a:latin typeface="Arial"/>
            </a:endParaRPr>
          </a:p>
        </p:txBody>
      </p:sp>
      <p:sp>
        <p:nvSpPr>
          <p:cNvPr id="15" name="PlaceHolder 1"/>
          <p:cNvSpPr>
            <a:spLocks noGrp="1"/>
          </p:cNvSpPr>
          <p:nvPr>
            <p:ph type="title"/>
          </p:nvPr>
        </p:nvSpPr>
        <p:spPr>
          <a:xfrm>
            <a:off x="360000" y="180000"/>
            <a:ext cx="9360000" cy="478080"/>
          </a:xfrm>
          <a:prstGeom prst="rect">
            <a:avLst/>
          </a:prstGeom>
          <a:noFill/>
          <a:ln w="0">
            <a:noFill/>
          </a:ln>
        </p:spPr>
        <p:txBody>
          <a:bodyPr lIns="0" tIns="0" rIns="0" bIns="0" anchor="ctr">
            <a:noAutofit/>
          </a:bodyPr>
          <a:lstStyle>
            <a:lvl1pPr indent="0" algn="ctr">
              <a:buNone/>
              <a:defRPr lang="en-GB" sz="3300" b="0" u="none" strike="noStrike">
                <a:solidFill>
                  <a:srgbClr val="EEEEEE"/>
                </a:solidFill>
                <a:effectLst/>
                <a:uFillTx/>
                <a:latin typeface="Arial"/>
              </a:defRPr>
            </a:lvl1pPr>
          </a:lstStyle>
          <a:p>
            <a:pPr indent="0" algn="ctr">
              <a:buNone/>
            </a:pPr>
            <a:r>
              <a:rPr lang="en-GB" sz="3300" b="0" u="none" strike="noStrike">
                <a:solidFill>
                  <a:srgbClr val="EEEEEE"/>
                </a:solidFill>
                <a:effectLst/>
                <a:uFillTx/>
                <a:latin typeface="Arial"/>
              </a:rPr>
              <a:t>Click to edit the title text format</a:t>
            </a:r>
            <a:endParaRPr lang="en-GB" sz="3300" b="0" u="none" strike="noStrike">
              <a:solidFill>
                <a:srgbClr val="EEEEEE"/>
              </a:solidFill>
              <a:effectLst/>
              <a:uFillTx/>
              <a:latin typeface="Arial"/>
            </a:endParaRPr>
          </a:p>
        </p:txBody>
      </p:sp>
      <p:sp>
        <p:nvSpPr>
          <p:cNvPr id="16" name="PlaceHolder 2"/>
          <p:cNvSpPr>
            <a:spLocks noGrp="1"/>
          </p:cNvSpPr>
          <p:nvPr>
            <p:ph type="body"/>
          </p:nvPr>
        </p:nvSpPr>
        <p:spPr>
          <a:xfrm>
            <a:off x="360000" y="1080000"/>
            <a:ext cx="9360000" cy="3600000"/>
          </a:xfrm>
          <a:prstGeom prst="rect">
            <a:avLst/>
          </a:prstGeom>
          <a:noFill/>
          <a:ln w="0">
            <a:noFill/>
          </a:ln>
        </p:spPr>
        <p:txBody>
          <a:bodyPr lIns="0" tIns="0" rIns="0" bIns="0" anchor="t">
            <a:noAutofit/>
          </a:bodyPr>
          <a:lstStyle>
            <a:lvl1pPr algn="l">
              <a:spcBef>
                <a:spcPts val="1060"/>
              </a:spcBef>
              <a:buClr>
                <a:srgbClr val="77CAEE"/>
              </a:buClr>
              <a:buSzPct val="45000"/>
              <a:buFont typeface="Wingdings" charset="2"/>
              <a:buChar char=""/>
              <a:defRPr lang="en-GB" sz="2400" b="0" u="none" strike="noStrike">
                <a:solidFill>
                  <a:srgbClr val="009BDD"/>
                </a:solidFill>
                <a:effectLst/>
                <a:uFillTx/>
                <a:latin typeface="Arial"/>
              </a:defRPr>
            </a:lvl1pPr>
            <a:lvl2pPr lvl="1" algn="l">
              <a:spcBef>
                <a:spcPts val="850"/>
              </a:spcBef>
              <a:buClr>
                <a:srgbClr val="77CAEE"/>
              </a:buClr>
              <a:buSzPct val="45000"/>
              <a:buFont typeface="Wingdings" charset="2"/>
              <a:buChar char=""/>
              <a:defRPr lang="en-GB" sz="2100" b="0" u="none" strike="noStrike">
                <a:solidFill>
                  <a:srgbClr val="009BDD"/>
                </a:solidFill>
                <a:effectLst/>
                <a:uFillTx/>
                <a:latin typeface="Arial"/>
              </a:defRPr>
            </a:lvl2pPr>
            <a:lvl3pPr lvl="2" algn="l">
              <a:spcBef>
                <a:spcPts val="635"/>
              </a:spcBef>
              <a:buClr>
                <a:srgbClr val="77CAEE"/>
              </a:buClr>
              <a:buSzPct val="45000"/>
              <a:buFont typeface="Wingdings" charset="2"/>
              <a:buChar char=""/>
              <a:defRPr lang="en-GB" sz="1800" b="0" u="none" strike="noStrike">
                <a:solidFill>
                  <a:srgbClr val="009BDD"/>
                </a:solidFill>
                <a:effectLst/>
                <a:uFillTx/>
                <a:latin typeface="Arial"/>
              </a:defRPr>
            </a:lvl3pPr>
            <a:lvl4pPr lvl="3" algn="l">
              <a:spcBef>
                <a:spcPts val="422"/>
              </a:spcBef>
              <a:buClr>
                <a:srgbClr val="77CAEE"/>
              </a:buClr>
              <a:buSzPct val="45000"/>
              <a:buFont typeface="Wingdings" charset="2"/>
              <a:buChar char=""/>
              <a:defRPr lang="en-GB" sz="1500" b="0" u="none" strike="noStrike">
                <a:solidFill>
                  <a:srgbClr val="009BDD"/>
                </a:solidFill>
                <a:effectLst/>
                <a:uFillTx/>
                <a:latin typeface="Arial"/>
              </a:defRPr>
            </a:lvl4pPr>
            <a:lvl5pPr lvl="4" algn="l">
              <a:spcBef>
                <a:spcPts val="210"/>
              </a:spcBef>
              <a:buClr>
                <a:srgbClr val="77CAEE"/>
              </a:buClr>
              <a:buSzPct val="45000"/>
              <a:buFont typeface="Wingdings" charset="2"/>
              <a:buChar char=""/>
              <a:defRPr lang="en-GB" sz="1500" b="0" u="none" strike="noStrike">
                <a:solidFill>
                  <a:srgbClr val="009BDD"/>
                </a:solidFill>
                <a:effectLst/>
                <a:uFillTx/>
                <a:latin typeface="Arial"/>
              </a:defRPr>
            </a:lvl5pPr>
            <a:lvl6pPr lvl="5" algn="l">
              <a:spcBef>
                <a:spcPts val="210"/>
              </a:spcBef>
              <a:buClr>
                <a:srgbClr val="77CAEE"/>
              </a:buClr>
              <a:buSzPct val="45000"/>
              <a:buFont typeface="Wingdings" charset="2"/>
              <a:buChar char=""/>
              <a:defRPr lang="en-GB" sz="1500" b="0" u="none" strike="noStrike">
                <a:solidFill>
                  <a:srgbClr val="009BDD"/>
                </a:solidFill>
                <a:effectLst/>
                <a:uFillTx/>
                <a:latin typeface="Arial"/>
              </a:defRPr>
            </a:lvl6pPr>
            <a:lvl7pPr lvl="6" algn="l">
              <a:spcBef>
                <a:spcPts val="210"/>
              </a:spcBef>
              <a:buClr>
                <a:srgbClr val="77CAEE"/>
              </a:buClr>
              <a:buSzPct val="45000"/>
              <a:buFont typeface="Wingdings" charset="2"/>
              <a:buChar char=""/>
              <a:defRPr lang="en-GB" sz="1500" b="0" u="none" strike="noStrike">
                <a:solidFill>
                  <a:srgbClr val="009BDD"/>
                </a:solidFill>
                <a:effectLst/>
                <a:uFillTx/>
                <a:latin typeface="Arial"/>
              </a:defRPr>
            </a:lvl7pPr>
          </a:lstStyle>
          <a:p>
            <a:pPr marL="432000" indent="-324000" algn="l">
              <a:spcBef>
                <a:spcPts val="1060"/>
              </a:spcBef>
              <a:buClr>
                <a:srgbClr val="77CAEE"/>
              </a:buClr>
              <a:buSzPct val="45000"/>
              <a:buFont typeface="Wingdings" charset="2"/>
              <a:buChar char=""/>
            </a:pPr>
            <a:r>
              <a:rPr lang="en-GB" sz="2400" b="0" u="none" strike="noStrike">
                <a:solidFill>
                  <a:srgbClr val="009BDD"/>
                </a:solidFill>
                <a:effectLst/>
                <a:uFillTx/>
                <a:latin typeface="Arial"/>
              </a:rPr>
              <a:t>Click to edit the outline text format</a:t>
            </a:r>
            <a:endParaRPr lang="en-GB" sz="2400" b="0" u="none" strike="noStrike">
              <a:solidFill>
                <a:srgbClr val="009BDD"/>
              </a:solidFill>
              <a:effectLst/>
              <a:uFillTx/>
              <a:latin typeface="Arial"/>
            </a:endParaRPr>
          </a:p>
          <a:p>
            <a:pPr marL="864000" lvl="1" indent="-324000" algn="l">
              <a:spcBef>
                <a:spcPts val="850"/>
              </a:spcBef>
              <a:buClr>
                <a:srgbClr val="77CAEE"/>
              </a:buClr>
              <a:buSzPct val="45000"/>
              <a:buFont typeface="Wingdings" charset="2"/>
              <a:buChar char=""/>
            </a:pPr>
            <a:r>
              <a:rPr lang="en-GB" sz="2100" b="0" u="none" strike="noStrike">
                <a:solidFill>
                  <a:srgbClr val="009BDD"/>
                </a:solidFill>
                <a:effectLst/>
                <a:uFillTx/>
                <a:latin typeface="Arial"/>
              </a:rPr>
              <a:t>Second Outline Level</a:t>
            </a:r>
            <a:endParaRPr lang="en-GB" sz="2100" b="0" u="none" strike="noStrike">
              <a:solidFill>
                <a:srgbClr val="009BDD"/>
              </a:solidFill>
              <a:effectLst/>
              <a:uFillTx/>
              <a:latin typeface="Arial"/>
            </a:endParaRPr>
          </a:p>
          <a:p>
            <a:pPr marL="1296000" lvl="2" indent="-288000" algn="l">
              <a:spcBef>
                <a:spcPts val="635"/>
              </a:spcBef>
              <a:buClr>
                <a:srgbClr val="77CAEE"/>
              </a:buClr>
              <a:buSzPct val="45000"/>
              <a:buFont typeface="Wingdings" charset="2"/>
              <a:buChar char=""/>
            </a:pPr>
            <a:r>
              <a:rPr lang="en-GB" sz="1800" b="0" u="none" strike="noStrike">
                <a:solidFill>
                  <a:srgbClr val="009BDD"/>
                </a:solidFill>
                <a:effectLst/>
                <a:uFillTx/>
                <a:latin typeface="Arial"/>
              </a:rPr>
              <a:t>Third Outline Level</a:t>
            </a:r>
            <a:endParaRPr lang="en-GB" sz="1800" b="0" u="none" strike="noStrike">
              <a:solidFill>
                <a:srgbClr val="009BDD"/>
              </a:solidFill>
              <a:effectLst/>
              <a:uFillTx/>
              <a:latin typeface="Arial"/>
            </a:endParaRPr>
          </a:p>
          <a:p>
            <a:pPr marL="1728000" lvl="3" indent="-216000" algn="l">
              <a:spcBef>
                <a:spcPts val="422"/>
              </a:spcBef>
              <a:buClr>
                <a:srgbClr val="77CAEE"/>
              </a:buClr>
              <a:buSzPct val="45000"/>
              <a:buFont typeface="Wingdings" charset="2"/>
              <a:buChar char=""/>
            </a:pPr>
            <a:r>
              <a:rPr lang="en-GB" sz="1500" b="0" u="none" strike="noStrike">
                <a:solidFill>
                  <a:srgbClr val="009BDD"/>
                </a:solidFill>
                <a:effectLst/>
                <a:uFillTx/>
                <a:latin typeface="Arial"/>
              </a:rPr>
              <a:t>Fourth Outline Level</a:t>
            </a:r>
            <a:endParaRPr lang="en-GB" sz="1500" b="0" u="none" strike="noStrike">
              <a:solidFill>
                <a:srgbClr val="009BDD"/>
              </a:solidFill>
              <a:effectLst/>
              <a:uFillTx/>
              <a:latin typeface="Arial"/>
            </a:endParaRPr>
          </a:p>
          <a:p>
            <a:pPr marL="2160000" lvl="4"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Fifth Outline Level</a:t>
            </a:r>
            <a:endParaRPr lang="en-GB" sz="1500" b="0" u="none" strike="noStrike">
              <a:solidFill>
                <a:srgbClr val="009BDD"/>
              </a:solidFill>
              <a:effectLst/>
              <a:uFillTx/>
              <a:latin typeface="Arial"/>
            </a:endParaRPr>
          </a:p>
          <a:p>
            <a:pPr marL="2592000" lvl="5"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Sixth Outline Level</a:t>
            </a:r>
            <a:endParaRPr lang="en-GB" sz="1500" b="0" u="none" strike="noStrike">
              <a:solidFill>
                <a:srgbClr val="009BDD"/>
              </a:solidFill>
              <a:effectLst/>
              <a:uFillTx/>
              <a:latin typeface="Arial"/>
            </a:endParaRPr>
          </a:p>
          <a:p>
            <a:pPr marL="3024000" lvl="6" indent="-216000" algn="l">
              <a:spcBef>
                <a:spcPts val="210"/>
              </a:spcBef>
              <a:buClr>
                <a:srgbClr val="77CAEE"/>
              </a:buClr>
              <a:buSzPct val="45000"/>
              <a:buFont typeface="Wingdings" charset="2"/>
              <a:buChar char=""/>
            </a:pPr>
            <a:r>
              <a:rPr lang="en-GB" sz="1500" b="0" u="none" strike="noStrike">
                <a:solidFill>
                  <a:srgbClr val="009BDD"/>
                </a:solidFill>
                <a:effectLst/>
                <a:uFillTx/>
                <a:latin typeface="Arial"/>
              </a:rPr>
              <a:t>Seventh Outline Level</a:t>
            </a:r>
            <a:endParaRPr lang="en-GB" sz="1500" b="0" u="none" strike="noStrike">
              <a:solidFill>
                <a:srgbClr val="009BDD"/>
              </a:solidFill>
              <a:effectLst/>
              <a:uFillTx/>
              <a:latin typeface="Arial"/>
            </a:endParaRPr>
          </a:p>
        </p:txBody>
      </p:sp>
      <p:sp>
        <p:nvSpPr>
          <p:cNvPr id="17" name="PlaceHolder 3"/>
          <p:cNvSpPr>
            <a:spLocks noGrp="1"/>
          </p:cNvSpPr>
          <p:nvPr>
            <p:ph type="dt" idx="7"/>
          </p:nvPr>
        </p:nvSpPr>
        <p:spPr>
          <a:xfrm>
            <a:off x="360000" y="5220000"/>
            <a:ext cx="2340000" cy="360000"/>
          </a:xfrm>
          <a:prstGeom prst="rect">
            <a:avLst/>
          </a:prstGeom>
          <a:noFill/>
          <a:ln w="0">
            <a:noFill/>
          </a:ln>
        </p:spPr>
        <p:txBody>
          <a:bodyPr lIns="0" tIns="0" rIns="0" bIns="0" anchor="t">
            <a:noAutofit/>
          </a:bodyPr>
          <a:lstStyle>
            <a:lvl1pPr indent="0" algn="l">
              <a:buNone/>
              <a:defRPr lang="en-GB" sz="1400" b="0" u="none" strike="noStrike">
                <a:solidFill>
                  <a:srgbClr val="FFFFFF"/>
                </a:solidFill>
                <a:effectLst/>
                <a:uFillTx/>
                <a:latin typeface="Arial"/>
              </a:defRPr>
            </a:lvl1pPr>
          </a:lstStyle>
          <a:p>
            <a:pPr indent="0" algn="l">
              <a:buNone/>
            </a:pPr>
            <a:r>
              <a:rPr lang="en-GB" sz="1400" b="0" u="none" strike="noStrike">
                <a:solidFill>
                  <a:srgbClr val="FFFFFF"/>
                </a:solidFill>
                <a:effectLst/>
                <a:uFillTx/>
                <a:latin typeface="Arial"/>
              </a:rPr>
              <a:t>&lt;date/time&gt;</a:t>
            </a:r>
            <a:endParaRPr lang="en-GB" sz="1400" b="0" u="none" strike="noStrike">
              <a:solidFill>
                <a:srgbClr val="FFFFFF"/>
              </a:solidFill>
              <a:effectLst/>
              <a:uFillTx/>
              <a:latin typeface="Arial"/>
            </a:endParaRPr>
          </a:p>
        </p:txBody>
      </p:sp>
      <p:sp>
        <p:nvSpPr>
          <p:cNvPr id="18" name="PlaceHolder 4"/>
          <p:cNvSpPr>
            <a:spLocks noGrp="1"/>
          </p:cNvSpPr>
          <p:nvPr>
            <p:ph type="ftr" idx="8"/>
          </p:nvPr>
        </p:nvSpPr>
        <p:spPr>
          <a:xfrm>
            <a:off x="3420000" y="5220000"/>
            <a:ext cx="3240000" cy="360000"/>
          </a:xfrm>
          <a:prstGeom prst="rect">
            <a:avLst/>
          </a:prstGeom>
          <a:noFill/>
          <a:ln w="0">
            <a:noFill/>
          </a:ln>
        </p:spPr>
        <p:txBody>
          <a:bodyPr lIns="0" tIns="0" rIns="0" bIns="0" anchor="t">
            <a:noAutofit/>
          </a:bodyPr>
          <a:lstStyle>
            <a:lvl1pPr indent="0" algn="ctr">
              <a:buNone/>
              <a:defRPr lang="en-GB" sz="1400" b="0" u="none" strike="noStrike">
                <a:solidFill>
                  <a:srgbClr val="FFFFFF"/>
                </a:solidFill>
                <a:effectLst/>
                <a:uFillTx/>
                <a:latin typeface="Arial"/>
              </a:defRPr>
            </a:lvl1pPr>
          </a:lstStyle>
          <a:p>
            <a:pPr indent="0" algn="ctr">
              <a:buNone/>
            </a:pPr>
            <a:r>
              <a:rPr lang="en-GB" sz="1400" b="0" u="none" strike="noStrike">
                <a:solidFill>
                  <a:srgbClr val="FFFFFF"/>
                </a:solidFill>
                <a:effectLst/>
                <a:uFillTx/>
                <a:latin typeface="Arial"/>
              </a:rPr>
              <a:t>&lt;footer&gt;</a:t>
            </a:r>
            <a:endParaRPr lang="en-GB" sz="1400" b="0" u="none" strike="noStrike">
              <a:solidFill>
                <a:srgbClr val="FFFFFF"/>
              </a:solidFill>
              <a:effectLst/>
              <a:uFillTx/>
              <a:latin typeface="Arial"/>
            </a:endParaRPr>
          </a:p>
        </p:txBody>
      </p:sp>
      <p:sp>
        <p:nvSpPr>
          <p:cNvPr id="19" name="PlaceHolder 5"/>
          <p:cNvSpPr>
            <a:spLocks noGrp="1"/>
          </p:cNvSpPr>
          <p:nvPr>
            <p:ph type="sldNum" idx="9"/>
          </p:nvPr>
        </p:nvSpPr>
        <p:spPr>
          <a:xfrm>
            <a:off x="7380000" y="5220000"/>
            <a:ext cx="2340000" cy="360000"/>
          </a:xfrm>
          <a:prstGeom prst="rect">
            <a:avLst/>
          </a:prstGeom>
          <a:noFill/>
          <a:ln w="0">
            <a:noFill/>
          </a:ln>
        </p:spPr>
        <p:txBody>
          <a:bodyPr lIns="0" tIns="0" rIns="0" bIns="0" anchor="t">
            <a:noAutofit/>
          </a:bodyPr>
          <a:lstStyle>
            <a:lvl1pPr indent="0" algn="r">
              <a:buNone/>
              <a:defRPr lang="en-GB" sz="1400" b="0" u="none" strike="noStrike">
                <a:solidFill>
                  <a:srgbClr val="FFFFFF"/>
                </a:solidFill>
                <a:effectLst/>
                <a:uFillTx/>
                <a:latin typeface="Arial"/>
              </a:defRPr>
            </a:lvl1pPr>
          </a:lstStyle>
          <a:p>
            <a:pPr indent="0" algn="r">
              <a:buNone/>
            </a:pPr>
            <a:fld id="{5BD11B9D-2BBA-43D3-B22E-0156EB8616B3}" type="slidenum">
              <a:rPr lang="en-GB" sz="1400" b="0" u="none" strike="noStrike">
                <a:solidFill>
                  <a:srgbClr val="FFFFFF"/>
                </a:solidFill>
                <a:effectLst/>
                <a:uFillTx/>
                <a:latin typeface="Arial"/>
              </a:rPr>
              <a:t>&lt;number&gt;</a:t>
            </a:fld>
            <a:endParaRPr lang="en-GB" sz="1400" b="0" u="none" strike="noStrike">
              <a:solidFill>
                <a:srgbClr val="FFFFFF"/>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0" y="1620000"/>
            <a:ext cx="9000000" cy="1080000"/>
          </a:xfrm>
          <a:prstGeom prst="rect">
            <a:avLst/>
          </a:prstGeom>
          <a:noFill/>
          <a:ln w="0">
            <a:noFill/>
          </a:ln>
        </p:spPr>
        <p:txBody>
          <a:bodyPr lIns="0" tIns="0" rIns="0" bIns="0" anchor="ctr">
            <a:spAutoFit/>
          </a:bodyPr>
          <a:p>
            <a:pPr indent="0" algn="ctr">
              <a:spcBef>
                <a:spcPts val="1191"/>
              </a:spcBef>
              <a:spcAft>
                <a:spcPts val="992"/>
              </a:spcAft>
              <a:buNone/>
            </a:pPr>
            <a:r>
              <a:rPr lang="en-GB" sz="2000" b="0" u="none" strike="noStrike">
                <a:solidFill>
                  <a:srgbClr val="DD4100"/>
                </a:solidFill>
                <a:effectLst/>
                <a:uFillTx/>
                <a:latin typeface="Arial"/>
              </a:rPr>
              <a:t>Customer Segmentation Using K-Means and Hierarchical Clustering </a:t>
            </a:r>
            <a:endParaRPr lang="en-GB" sz="2000" b="0" u="none" strike="noStrike">
              <a:solidFill>
                <a:srgbClr val="DD41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360000" y="180000"/>
            <a:ext cx="9360000" cy="478080"/>
          </a:xfrm>
          <a:prstGeom prst="rect">
            <a:avLst/>
          </a:prstGeom>
          <a:noFill/>
          <a:ln w="0">
            <a:noFill/>
          </a:ln>
        </p:spPr>
        <p:txBody>
          <a:bodyPr lIns="0" tIns="0" rIns="0" bIns="0" anchor="ctr">
            <a:spAutoFit/>
          </a:bodyPr>
          <a:p>
            <a:pPr indent="0" algn="just">
              <a:buNone/>
            </a:pPr>
            <a:r>
              <a:rPr lang="en-GB" sz="3300" b="0" u="none" strike="noStrike">
                <a:solidFill>
                  <a:srgbClr val="EEEEEE"/>
                </a:solidFill>
                <a:effectLst/>
                <a:uFillTx/>
                <a:latin typeface="Arial"/>
              </a:rPr>
              <a:t>Problem Statement:</a:t>
            </a:r>
            <a:endParaRPr lang="en-GB" sz="3300" b="0" u="none" strike="noStrike">
              <a:solidFill>
                <a:srgbClr val="EEEEEE"/>
              </a:solidFill>
              <a:effectLst/>
              <a:uFillTx/>
              <a:latin typeface="Arial"/>
            </a:endParaRPr>
          </a:p>
        </p:txBody>
      </p:sp>
      <p:sp>
        <p:nvSpPr>
          <p:cNvPr id="22" name="PlaceHolder 2"/>
          <p:cNvSpPr>
            <a:spLocks noGrp="1"/>
          </p:cNvSpPr>
          <p:nvPr>
            <p:ph/>
          </p:nvPr>
        </p:nvSpPr>
        <p:spPr>
          <a:xfrm>
            <a:off x="360000" y="1080000"/>
            <a:ext cx="9360000" cy="3600000"/>
          </a:xfrm>
          <a:prstGeom prst="rect">
            <a:avLst/>
          </a:prstGeom>
          <a:noFill/>
          <a:ln w="0">
            <a:noFill/>
          </a:ln>
        </p:spPr>
        <p:txBody>
          <a:bodyPr lIns="0" tIns="0" rIns="0" bIns="0" anchor="t">
            <a:noAutofit/>
          </a:bodyPr>
          <a:p>
            <a:pPr marL="432000" indent="-324000" algn="just">
              <a:spcBef>
                <a:spcPts val="1191"/>
              </a:spcBef>
              <a:spcAft>
                <a:spcPts val="992"/>
              </a:spcAft>
              <a:buClr>
                <a:srgbClr val="77CAEE"/>
              </a:buClr>
              <a:buSzPct val="45000"/>
              <a:buFont typeface="Wingdings" charset="2"/>
              <a:buChar char=""/>
            </a:pPr>
            <a:r>
              <a:rPr lang="en-GB" sz="2100" b="0" u="none" strike="noStrike">
                <a:solidFill>
                  <a:srgbClr val="009BDD"/>
                </a:solidFill>
                <a:effectLst/>
                <a:uFillTx/>
                <a:latin typeface="Arial"/>
              </a:rPr>
              <a:t>Customer segmentation is an important task for businesses because customers have different purchasing behaviors, preferences, and spending patterns. The objective of this project is to develop a machine-learning-based customer segmentation system that groups customers with similar characteristics and purchasing behavior. This system helps businesses understand different customer groups and develop targeted marketing strategies, personalized offers, and better customer relationship management.</a:t>
            </a:r>
            <a:r>
              <a:rPr lang="en-GB" sz="1000" b="0" u="none" strike="noStrike">
                <a:solidFill>
                  <a:srgbClr val="009BDD"/>
                </a:solidFill>
                <a:effectLst/>
                <a:uFillTx/>
                <a:latin typeface="Arial"/>
              </a:rPr>
              <a:t> </a:t>
            </a:r>
            <a:endParaRPr lang="en-GB" sz="1000" b="0" u="none" strike="noStrike">
              <a:solidFill>
                <a:srgbClr val="009BDD"/>
              </a:solidFill>
              <a:effectLst/>
              <a:uFillTx/>
              <a:latin typeface="Arial"/>
            </a:endParaRPr>
          </a:p>
        </p:txBody>
      </p:sp>
      <p:sp>
        <p:nvSpPr>
          <p:cNvPr id="4" name="PlaceHolder 3"/>
          <p:cNvSpPr>
            <a:spLocks noGrp="1"/>
          </p:cNvSpPr>
          <p:nvPr>
            <p:ph type="sldNum" idx="9"/>
          </p:nvPr>
        </p:nvSpPr>
        <p:spPr/>
        <p:txBody>
          <a:bodyPr/>
          <a:p>
            <a:fld id="{0ABA17A8-0F3F-4C1E-B76F-12A8FDD71818}" type="slidenum">
              <a:t>2</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2026-09-25T15:11:12Z</dcterms:created>
  <dc:creator/>
  <dc:description>This work is licensed under a Creative Commons 0 License.
It makes use of the works of kka_libo_design@ashisuto.co.jp.</dc:description>
  <dc:language>en-GB</dc:language>
  <cp:lastModifiedBy/>
  <dcterms:modified xsi:type="dcterms:W3CDTF">2026-09-25T15:14:19Z</dcterms:modified>
  <cp:revision>2</cp:revision>
  <dc:subject/>
  <dc:title>Blue Curve</dc:title>
</cp:coreProperties>
</file>